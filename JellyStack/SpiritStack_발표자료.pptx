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36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9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160520"/>
            <a:ext cx="12188952" cy="269748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566928" y="5029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566928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49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프로젝트 발표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4297680"/>
            <a:ext cx="10058400" cy="11887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0.3.0      |      2026. 06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3.5주 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355080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556248" y="478231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6556248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141464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사항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141464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Refactoring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5212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상호작용</a:t>
            </a:r>
            <a:endParaRPr lang="en-US" sz="1400" dirty="0"/>
          </a:p>
          <a:p>
            <a:pPr marL="0" indent="0" algn="l">
              <a:spcAft>
                <a:spcPts val="9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주민을 자원·건물에 올려 채집·제작·전투를 자동화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수집과 발견 중심의 확장</a:t>
            </a:r>
            <a:endParaRPr lang="en-US" sz="1400" dirty="0"/>
          </a:p>
          <a:p>
            <a:pPr marL="0" indent="0" algn="l">
              <a:spcAft>
                <a:spcPts val="9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200여 종 카드 · 13종 카드팩(요리·농사·건설) · 퀘스트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문(Moon) 주기 생존 · 로그라이트</a:t>
            </a:r>
            <a:endParaRPr lang="en-US" sz="14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주기마다 식량 소비, 적과 자동 전투로 버티는 생존 루프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쌓는 명상적이고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 descr="img/cardPack_0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13448" y="3154680"/>
            <a:ext cx="530352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깊은 성장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마을이 커지는 의미 있는 성장 루프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따뜻한 핸드드로잉 감성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귀엽고 아늑한 아트가 주는 편안한 분위기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6903720" y="5742432"/>
            <a:ext cx="4443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E0A2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‘단순하지만 깊은’ 카드 스태킹 루프와 따뜻한 감성에 매력을 느껴 SpiritStack 의 모티브로 삼았다</a:t>
            </a:r>
            <a:endParaRPr lang="en-US" sz="115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46120" y="3886200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413248" y="3886200"/>
            <a:ext cx="950976" cy="9509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2분=하루, 식량 공급·아사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img/cardPack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스타터팩 · 가중치 확률 랜덤팩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14  ~  06. 07   ·   약 3.5주 · 101 커밋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2679192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49808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05.14 ~ 05.19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6384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셋팅 · 폴더 구조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UI 출력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줌·이동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PlayerInput 입력 시스템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364992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64992" y="2240280"/>
            <a:ext cx="2679192" cy="438912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547872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47872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05.20 ~ 05.25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47872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게임플레이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84448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레시피 조합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카드 자동 스택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· 식량 · 게임오버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63056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163056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163056" y="2240280"/>
            <a:ext cx="2679192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345936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45936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05.26 ~ 06.01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82512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· 코인 경제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포탈 · 전투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961120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961120" y="2240280"/>
            <a:ext cx="2679192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0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06.02 ~ 06.07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 · 저장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0576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씬 · 카드 제약/최대수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→ 최대 카드 수 증가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 · 사운드 · UI 보강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Roulet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66928" y="397764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62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VillagerType { Normal, Fire, Water, Stone }  +  속성별 외형·특성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66928" y="4434840"/>
            <a:ext cx="7040880" cy="173736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709160"/>
            <a:ext cx="1143000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6177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채집·제작에 참여하지 못하며, 3일이 지나면 성인 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14884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221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95351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30266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319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75818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831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56285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636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928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36752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4406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이어지는 채집·제작 경로를 추가했다.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 맞춤 이펙트 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작업마다 다른 ‘손맛’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차별점인가</a:t>
            </a:r>
            <a:endParaRPr lang="en-US" sz="14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진행 바를 넘어 — 무슨 작업인지 한눈에 보이고, 타격감과 게임의 생동감을 더한다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129784" y="1847088"/>
            <a:ext cx="1371600" cy="1371600"/>
          </a:xfrm>
          <a:prstGeom prst="ellipse">
            <a:avLst/>
          </a:prstGeom>
          <a:solidFill>
            <a:srgbClr val="DCE7C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img/card_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9240" y="2048256"/>
            <a:ext cx="932688" cy="9326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631936" y="1847088"/>
            <a:ext cx="1371600" cy="1371600"/>
          </a:xfrm>
          <a:prstGeom prst="ellipse">
            <a:avLst/>
          </a:prstGeom>
          <a:solidFill>
            <a:srgbClr val="E6E1D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img/card_ro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51392" y="2048256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129784" y="4270248"/>
            <a:ext cx="1371600" cy="1371600"/>
          </a:xfrm>
          <a:prstGeom prst="ellipse">
            <a:avLst/>
          </a:prstGeom>
          <a:solidFill>
            <a:srgbClr val="D8EB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49240" y="4471416"/>
            <a:ext cx="932688" cy="9326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8631936" y="4270248"/>
            <a:ext cx="1371600" cy="1371600"/>
          </a:xfrm>
          <a:prstGeom prst="ellipse">
            <a:avLst/>
          </a:prstGeom>
          <a:solidFill>
            <a:srgbClr val="EDE3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img/card_hous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51392" y="4471416"/>
            <a:ext cx="932688" cy="9326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완성을 알리는 제작 연출이 피어난다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750808" y="178308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포인트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9025128" y="2240280"/>
            <a:ext cx="236829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결합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OnDayChanged · OnWeatherDetermined 으로 매니저 간 느슨한 연결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코루틴 비동기 흐름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· 룰렛 · 세이브 복원을 코루틴으로 단계 실행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주도 콘텐츠</a:t>
            </a:r>
            <a:endParaRPr lang="en-US" sz="13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카드·레시피·팩을 에셋으로 정의해 코드와 분리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REFACTORING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구조 · 구현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3560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시스템 전환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43560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InputManager → Unity PlayerInput System 으로 교체해 입력 처리를 표준화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0488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 구조 개편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10488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 구현 중 카드/데이터 구조를 재정비 (커밋: ‘코드 구조개편’)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3560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채집물 구조 변경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43560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드랍 아이템 도입과 함께 채집 결과물 처리 구조를 재설계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620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9224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922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0488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랜덤화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10488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보상 → 확률 기반 랜덤 보상 시스템으로 변경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2296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3560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개수 제약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43560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수 도입 + 창고(Storage) 카드 보유 시 상한 증가 규칙 추가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49224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0488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렌더링·저장 보강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710488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URP 도입으로 이펙트 강화, 후반 세이브 시스템 추가에 맞춰 매니저 지속 보강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0.3.0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1363</Words>
  <Application>Microsoft Office PowerPoint</Application>
  <PresentationFormat>와이드스크린</PresentationFormat>
  <Paragraphs>336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배명자</cp:lastModifiedBy>
  <cp:revision>3</cp:revision>
  <dcterms:created xsi:type="dcterms:W3CDTF">2026-06-07T20:11:08Z</dcterms:created>
  <dcterms:modified xsi:type="dcterms:W3CDTF">2026-06-07T20:45:15Z</dcterms:modified>
</cp:coreProperties>
</file>