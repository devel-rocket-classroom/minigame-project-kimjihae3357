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70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9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9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3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78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773410"/>
            <a:ext cx="12188952" cy="208459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66928" y="4483380"/>
            <a:ext cx="10058400" cy="10030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1.0.0</a:t>
            </a:r>
            <a:endParaRPr lang="en-US" sz="1400" dirty="0"/>
          </a:p>
        </p:txBody>
      </p:sp>
      <p:pic>
        <p:nvPicPr>
          <p:cNvPr id="10" name="그림 9" descr="폰트, 그래픽, 타이포그래피, 로고이(가) 표시된 사진&#10;&#10;자동 생성된 설명">
            <a:extLst>
              <a:ext uri="{FF2B5EF4-FFF2-40B4-BE49-F238E27FC236}">
                <a16:creationId xmlns:a16="http://schemas.microsoft.com/office/drawing/2014/main" id="{1C0F649F-12F4-D429-A9F0-C1F883B10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4311" y="842799"/>
            <a:ext cx="5890562" cy="2945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3.5주 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55080" y="4666803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556248" y="4785675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6556248" y="47856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mtClean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141464" y="4749099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7141464" y="5059995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 smtClean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Video</a:t>
            </a:r>
            <a:endParaRPr lang="en-US" altLang="ko-KR" sz="1000" dirty="0"/>
          </a:p>
        </p:txBody>
      </p:sp>
      <p:sp>
        <p:nvSpPr>
          <p:cNvPr id="64" name="Text 6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67" name="Shape 57"/>
          <p:cNvSpPr/>
          <p:nvPr/>
        </p:nvSpPr>
        <p:spPr>
          <a:xfrm>
            <a:off x="6364224" y="544068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58"/>
          <p:cNvSpPr/>
          <p:nvPr/>
        </p:nvSpPr>
        <p:spPr>
          <a:xfrm>
            <a:off x="6565392" y="555955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59"/>
          <p:cNvSpPr/>
          <p:nvPr/>
        </p:nvSpPr>
        <p:spPr>
          <a:xfrm>
            <a:off x="6565392" y="5559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mtClean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70" name="Text 60"/>
          <p:cNvSpPr/>
          <p:nvPr/>
        </p:nvSpPr>
        <p:spPr>
          <a:xfrm>
            <a:off x="7150608" y="55229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향후 과제</a:t>
            </a:r>
            <a:endParaRPr lang="en-US" sz="1500" dirty="0"/>
          </a:p>
        </p:txBody>
      </p:sp>
      <p:sp>
        <p:nvSpPr>
          <p:cNvPr id="71" name="Text 61"/>
          <p:cNvSpPr/>
          <p:nvPr/>
        </p:nvSpPr>
        <p:spPr>
          <a:xfrm>
            <a:off x="7150608" y="58338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· Future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4694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</a:t>
            </a:r>
            <a:r>
              <a:rPr lang="en-US" sz="1100" dirty="0" err="1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잔잔하고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79265" y="3154680"/>
            <a:ext cx="39871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</a:t>
            </a:r>
            <a:r>
              <a:rPr lang="ko-KR" altLang="en-US" sz="1450" b="1" dirty="0" smtClean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</a:t>
            </a:r>
            <a:r>
              <a:rPr lang="ko-KR" altLang="en-US" sz="1100" dirty="0" smtClean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디자인으로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</a:t>
            </a:r>
            <a:r>
              <a:rPr lang="ko-KR" altLang="en-US" sz="1100" dirty="0" smtClean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입장벽 </a:t>
            </a:r>
            <a:r>
              <a:rPr lang="ko-KR" altLang="en-US" sz="1100" dirty="0" smtClean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모험과 발견 중심의 확장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곳으로 이동을 하거나 포탈을 통한 탐험 시스템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pic>
        <p:nvPicPr>
          <p:cNvPr id="41" name="그림 40" descr="텍스트, 스크린샷, 지도이(가) 표시된 사진&#10;&#10;자동 생성된 설명">
            <a:extLst>
              <a:ext uri="{FF2B5EF4-FFF2-40B4-BE49-F238E27FC236}">
                <a16:creationId xmlns:a16="http://schemas.microsoft.com/office/drawing/2014/main" id="{5AB61DDA-9D03-C95D-5095-DF4329418B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00" y="2381635"/>
            <a:ext cx="4413096" cy="24829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3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904488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pic>
        <p:nvPicPr>
          <p:cNvPr id="44" name="Image 2" descr="img/card_campfire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411251" y="3886200"/>
            <a:ext cx="950976" cy="9509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2분=하루, 식량 공급·아사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img/cardPack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스타터팩 · 가중치 확률 랜덤팩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14  ~  06. 07   ·   약 3.5주 · 101 커밋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2679192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49808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05.14 ~ 05.19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6384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셋팅 · 폴더 구조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UI 출력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줌·이동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PlayerInput 입력 시스템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364992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64992" y="2240280"/>
            <a:ext cx="2679192" cy="438912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547872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47872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05.20 ~ 05.25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47872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게임플레이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84448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레시피 조합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카드 자동 스택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· 식량 · 게임오버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63056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163056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163056" y="2240280"/>
            <a:ext cx="2679192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345936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45936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05.26 ~ 06.01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82512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· 코인 경제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포탈 · 전투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961120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961120" y="2240280"/>
            <a:ext cx="2679192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0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06.02 ~ 06.07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 · 저장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0576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씬 · 카드 제약/최대수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→ 최대 카드 수 증가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 · 사운드 · UI 보강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66928" y="397764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62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VillagerType { Normal, Fire, Water, Stone }  +  속성별 외형·특성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66928" y="4434840"/>
            <a:ext cx="7040880" cy="173736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709160"/>
            <a:ext cx="1143000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6177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</a:t>
            </a:r>
            <a:r>
              <a:rPr lang="en-US" sz="12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</a:t>
            </a:r>
            <a:r>
              <a:rPr lang="en-US" sz="12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참여하지 못하며, 3일이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지나면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</a:t>
            </a:r>
            <a:r>
              <a:rPr lang="en-US" sz="125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07527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14842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44103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87994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295309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24570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68461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75776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05037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48928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56243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85504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29395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36711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65971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이어지는 채집·제작 경로를 추가했다.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</a:t>
            </a:r>
            <a:r>
              <a:rPr lang="en-US" sz="270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작업마다 다른 ‘손맛’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차별점인가</a:t>
            </a:r>
            <a:endParaRPr lang="en-US" sz="14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진행 바를 넘어 — 무슨 작업인지 한눈에 보이고, 타격감과 게임의 생동감을 더한다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129784" y="1847088"/>
            <a:ext cx="1371600" cy="1371600"/>
          </a:xfrm>
          <a:prstGeom prst="ellipse">
            <a:avLst/>
          </a:prstGeom>
          <a:solidFill>
            <a:srgbClr val="DCE7C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img/card_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9240" y="2048256"/>
            <a:ext cx="932688" cy="9326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631936" y="1847088"/>
            <a:ext cx="1371600" cy="1371600"/>
          </a:xfrm>
          <a:prstGeom prst="ellipse">
            <a:avLst/>
          </a:prstGeom>
          <a:solidFill>
            <a:srgbClr val="E6E1D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img/card_ro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51392" y="2048256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129784" y="4270248"/>
            <a:ext cx="1371600" cy="1371600"/>
          </a:xfrm>
          <a:prstGeom prst="ellipse">
            <a:avLst/>
          </a:prstGeom>
          <a:solidFill>
            <a:srgbClr val="D8EB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49240" y="4471416"/>
            <a:ext cx="932688" cy="9326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8631936" y="4270248"/>
            <a:ext cx="1371600" cy="1371600"/>
          </a:xfrm>
          <a:prstGeom prst="ellipse">
            <a:avLst/>
          </a:prstGeom>
          <a:solidFill>
            <a:srgbClr val="EDE3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img/card_hous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51392" y="4471416"/>
            <a:ext cx="932688" cy="9326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완성을 알리는 제작 연출이 피어난다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 smtClean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Video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70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959" y="1875308"/>
            <a:ext cx="3218793" cy="321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2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 · FUTURE WORK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추가하고 싶은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5340096" cy="420624"/>
          </a:xfrm>
          <a:prstGeom prst="rect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6968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9536" y="2505456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5953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연동 부재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초반에 CSV·구글 시트를 연동했다면, 협업 시 밸런스 수치 조정이 훨씬 편했을 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9536" y="371246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로컬라이징 미고려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81328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스트링 테이블로 분리하지 않아, 다국어(로컬라이징) 확장을 초기에 고려하지 못함.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81344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81344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181344" y="1883664"/>
            <a:ext cx="5340096" cy="420624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501384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추가하고 싶은 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01384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739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95744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이동 · 포탈 탐험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095744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레퍼런스(Stacklands)에서 재밌었던 요소 — 포탈로 다른 지역에 가서 탐험하는 콘텐츠.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95744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</a:t>
            </a:r>
            <a:r>
              <a:rPr lang="en-US" altLang="ko-KR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450" b="1" dirty="0" smtClean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 시스템 확장 가능성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095744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r>
              <a:rPr lang="en-US" altLang="ko-KR" sz="120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200" dirty="0" err="1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태풍날씨</a:t>
            </a:r>
            <a:r>
              <a:rPr lang="ko-KR" altLang="en-US" sz="120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카드가 </a:t>
            </a:r>
            <a:r>
              <a:rPr lang="ko-KR" altLang="en-US" sz="1200" dirty="0" err="1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흔들릴때</a:t>
            </a:r>
            <a:r>
              <a:rPr lang="ko-KR" altLang="en-US" sz="120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 속성 </a:t>
            </a:r>
            <a:r>
              <a:rPr lang="ko-KR" altLang="en-US" sz="1200" dirty="0" err="1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정령카드를</a:t>
            </a:r>
            <a:r>
              <a:rPr lang="ko-KR" altLang="en-US" sz="1200" dirty="0" smtClean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올려놓으면 흔들림이 멈춤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395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30">
            <a:extLst>
              <a:ext uri="{FF2B5EF4-FFF2-40B4-BE49-F238E27FC236}">
                <a16:creationId xmlns:a16="http://schemas.microsoft.com/office/drawing/2014/main" id="{44FEAE3F-FF2D-BC7C-B7FD-F1B0CA024C43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31">
            <a:extLst>
              <a:ext uri="{FF2B5EF4-FFF2-40B4-BE49-F238E27FC236}">
                <a16:creationId xmlns:a16="http://schemas.microsoft.com/office/drawing/2014/main" id="{13032460-1017-EFFB-BDDC-6754D176BFA0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22" name="Text 32">
            <a:extLst>
              <a:ext uri="{FF2B5EF4-FFF2-40B4-BE49-F238E27FC236}">
                <a16:creationId xmlns:a16="http://schemas.microsoft.com/office/drawing/2014/main" id="{ED60FB9D-A896-680C-AB4F-AF25E4FEC6AA}"/>
              </a:ext>
            </a:extLst>
          </p:cNvPr>
          <p:cNvSpPr/>
          <p:nvPr/>
        </p:nvSpPr>
        <p:spPr>
          <a:xfrm>
            <a:off x="7118604" y="4882896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정보 팝업 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14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4056072-DFC8-7FA7-A0D0-D880474E84F3}"/>
              </a:ext>
            </a:extLst>
          </p:cNvPr>
          <p:cNvSpPr/>
          <p:nvPr/>
        </p:nvSpPr>
        <p:spPr>
          <a:xfrm>
            <a:off x="7118604" y="5266944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</a:t>
            </a:r>
            <a:r>
              <a:rPr lang="en-US" altLang="ko-KR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건물 카드를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집을시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정보가 나오게 구현</a:t>
            </a:r>
            <a:endParaRPr lang="en-US" sz="120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4BB96F34-DE45-302F-15A6-62C502D5ACC6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A7F9A73B-B330-E3EF-8C68-760EBD323AC4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B43ACBCA-64D7-8CDA-1663-6C65DEB4D334}"/>
              </a:ext>
            </a:extLst>
          </p:cNvPr>
          <p:cNvSpPr/>
          <p:nvPr/>
        </p:nvSpPr>
        <p:spPr>
          <a:xfrm>
            <a:off x="1433322" y="488746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개선</a:t>
            </a:r>
            <a:endParaRPr lang="en-US" sz="1450" dirty="0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2821165C-2691-88AF-B341-899A92BD8F45}"/>
              </a:ext>
            </a:extLst>
          </p:cNvPr>
          <p:cNvSpPr/>
          <p:nvPr/>
        </p:nvSpPr>
        <p:spPr>
          <a:xfrm>
            <a:off x="1433322" y="527151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플레이 중 레시피 아이템 드랍</a:t>
            </a:r>
            <a:endParaRPr lang="en-US" altLang="ko-KR" sz="1200" dirty="0">
              <a:solidFill>
                <a:srgbClr val="6B6A5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레시피 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개선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11612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0.3.0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1289</Words>
  <Application>Microsoft Office PowerPoint</Application>
  <PresentationFormat>와이드스크린</PresentationFormat>
  <Paragraphs>335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Malgun Gothic</vt:lpstr>
      <vt:lpstr>Malgun Gothic</vt:lpstr>
      <vt:lpstr>Arial</vt:lpstr>
      <vt:lpstr>Calibri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KJH</cp:lastModifiedBy>
  <cp:revision>23</cp:revision>
  <dcterms:created xsi:type="dcterms:W3CDTF">2026-06-07T20:11:08Z</dcterms:created>
  <dcterms:modified xsi:type="dcterms:W3CDTF">2026-06-08T07:24:12Z</dcterms:modified>
</cp:coreProperties>
</file>